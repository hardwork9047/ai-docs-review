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見守りシステムのご提案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サンプル介護ソフト株式会社 営業部</a:t>
            </a:r>
          </a:p>
          <a:p>
            <a: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現状の課題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夜間の巡回で入居者さんの転倒に気づくのが遅れる</a:t>
            </a:r>
          </a:p>
          <a:p>
            <a:r>
              <a:t>利用者さんの見守りに人手が足りない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ご提案の概要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センサーで離床を検知し、スタッフのスマートフォンに通知します</a:t>
            </a:r>
          </a:p>
          <a:p>
            <a:r>
              <a:t>夜間の事故は必ず減ります</a:t>
            </a:r>
          </a:p>
          <a:p>
            <a:r>
              <a:t>業界No.1の検知精度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主な機能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御社の居室にｾﾝｻｰを設置します</a:t>
            </a:r>
          </a:p>
          <a:p>
            <a:r>
              <a:t>通知はスマートフォンで受け取れます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導入の効果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転倒の見逃しを100%防ぎます</a:t>
            </a:r>
          </a:p>
          <a:p>
            <a:r>
              <a:t>夜勤の負担が確実に軽くなります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導入事例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A施設では山田花子様(85歳)の転倒を未然に防ぎました</a:t>
            </a:r>
          </a:p>
          <a:p>
            <a:r>
              <a:t>日本一の導入実績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支援体制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専用のサーバーで記録を保管します</a:t>
            </a:r>
          </a:p>
          <a:p>
            <a:r>
              <a:t>ご不明な点はご相談下さい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運用について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サーバの保守は当社が行います</a:t>
            </a:r>
          </a:p>
          <a:p>
            <a:r>
              <a:t>社内限:保守の単価表は別途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絶対に後悔させません</a:t>
            </a:r>
          </a:p>
          <a:p>
            <a:r>
              <a:t>最高の見守りをご提供します</a:t>
            </a:r>
          </a:p>
          <a:p>
            <a:r>
              <a:t>ぜひご検討ください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